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Dumondi Condensed Bold" panose="020B0604020202020204" charset="-34"/>
      <p:regular r:id="rId12"/>
    </p:embeddedFont>
    <p:embeddedFont>
      <p:font typeface="Dumondi Condensed Heavy" panose="020B0604020202020204" charset="-34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2.svg"/><Relationship Id="rId7" Type="http://schemas.openxmlformats.org/officeDocument/2006/relationships/image" Target="../media/image2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6.svg"/><Relationship Id="rId5" Type="http://schemas.openxmlformats.org/officeDocument/2006/relationships/image" Target="../media/image34.svg"/><Relationship Id="rId10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38.svg"/><Relationship Id="rId7" Type="http://schemas.openxmlformats.org/officeDocument/2006/relationships/image" Target="../media/image40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14.svg"/><Relationship Id="rId3" Type="http://schemas.openxmlformats.org/officeDocument/2006/relationships/image" Target="../media/image42.svg"/><Relationship Id="rId7" Type="http://schemas.openxmlformats.org/officeDocument/2006/relationships/image" Target="../media/image38.svg"/><Relationship Id="rId12" Type="http://schemas.openxmlformats.org/officeDocument/2006/relationships/image" Target="../media/image13.png"/><Relationship Id="rId17" Type="http://schemas.openxmlformats.org/officeDocument/2006/relationships/image" Target="../media/image48.png"/><Relationship Id="rId2" Type="http://schemas.openxmlformats.org/officeDocument/2006/relationships/image" Target="../media/image41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12.svg"/><Relationship Id="rId5" Type="http://schemas.openxmlformats.org/officeDocument/2006/relationships/image" Target="../media/image44.svg"/><Relationship Id="rId15" Type="http://schemas.openxmlformats.org/officeDocument/2006/relationships/image" Target="../media/image46.png"/><Relationship Id="rId10" Type="http://schemas.openxmlformats.org/officeDocument/2006/relationships/image" Target="../media/image11.png"/><Relationship Id="rId4" Type="http://schemas.openxmlformats.org/officeDocument/2006/relationships/image" Target="../media/image43.png"/><Relationship Id="rId9" Type="http://schemas.openxmlformats.org/officeDocument/2006/relationships/image" Target="../media/image40.svg"/><Relationship Id="rId1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0.svg"/><Relationship Id="rId7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38.svg"/><Relationship Id="rId7" Type="http://schemas.openxmlformats.org/officeDocument/2006/relationships/image" Target="../media/image40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4281" y="1074629"/>
            <a:ext cx="10369622" cy="447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30"/>
              </a:lnSpc>
              <a:spcBef>
                <a:spcPct val="0"/>
              </a:spcBef>
            </a:pPr>
            <a:r>
              <a:rPr lang="en-US" sz="15845" b="1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PARQUEADERO GAMSH</a:t>
            </a:r>
          </a:p>
        </p:txBody>
      </p:sp>
      <p:sp>
        <p:nvSpPr>
          <p:cNvPr id="3" name="Freeform 3"/>
          <p:cNvSpPr/>
          <p:nvPr/>
        </p:nvSpPr>
        <p:spPr>
          <a:xfrm rot="-137772">
            <a:off x="7670475" y="-318651"/>
            <a:ext cx="2320437" cy="1763532"/>
          </a:xfrm>
          <a:custGeom>
            <a:avLst/>
            <a:gdLst/>
            <a:ahLst/>
            <a:cxnLst/>
            <a:rect l="l" t="t" r="r" b="b"/>
            <a:pathLst>
              <a:path w="2320437" h="1763532">
                <a:moveTo>
                  <a:pt x="0" y="0"/>
                </a:moveTo>
                <a:lnTo>
                  <a:pt x="2320437" y="0"/>
                </a:lnTo>
                <a:lnTo>
                  <a:pt x="2320437" y="1763532"/>
                </a:lnTo>
                <a:lnTo>
                  <a:pt x="0" y="1763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248835">
            <a:off x="1118722" y="-1445371"/>
            <a:ext cx="3244749" cy="2289023"/>
          </a:xfrm>
          <a:custGeom>
            <a:avLst/>
            <a:gdLst/>
            <a:ahLst/>
            <a:cxnLst/>
            <a:rect l="l" t="t" r="r" b="b"/>
            <a:pathLst>
              <a:path w="3244749" h="2289023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82916">
            <a:off x="14865138" y="-1401148"/>
            <a:ext cx="1873617" cy="2635522"/>
          </a:xfrm>
          <a:custGeom>
            <a:avLst/>
            <a:gdLst/>
            <a:ahLst/>
            <a:cxnLst/>
            <a:rect l="l" t="t" r="r" b="b"/>
            <a:pathLst>
              <a:path w="1873617" h="2635522">
                <a:moveTo>
                  <a:pt x="0" y="0"/>
                </a:moveTo>
                <a:lnTo>
                  <a:pt x="1873617" y="0"/>
                </a:lnTo>
                <a:lnTo>
                  <a:pt x="1873617" y="2635522"/>
                </a:lnTo>
                <a:lnTo>
                  <a:pt x="0" y="263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869538"/>
            <a:ext cx="1762476" cy="2370078"/>
          </a:xfrm>
          <a:custGeom>
            <a:avLst/>
            <a:gdLst/>
            <a:ahLst/>
            <a:cxnLst/>
            <a:rect l="l" t="t" r="r" b="b"/>
            <a:pathLst>
              <a:path w="1762476" h="2370078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599664">
            <a:off x="4537901" y="-1984232"/>
            <a:ext cx="2604665" cy="3354954"/>
          </a:xfrm>
          <a:custGeom>
            <a:avLst/>
            <a:gdLst/>
            <a:ahLst/>
            <a:cxnLst/>
            <a:rect l="l" t="t" r="r" b="b"/>
            <a:pathLst>
              <a:path w="2604665" h="3354954">
                <a:moveTo>
                  <a:pt x="0" y="0"/>
                </a:moveTo>
                <a:lnTo>
                  <a:pt x="2604665" y="0"/>
                </a:lnTo>
                <a:lnTo>
                  <a:pt x="2604665" y="3354954"/>
                </a:lnTo>
                <a:lnTo>
                  <a:pt x="0" y="3354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323462">
            <a:off x="11628152" y="-1936656"/>
            <a:ext cx="1864849" cy="3195225"/>
          </a:xfrm>
          <a:custGeom>
            <a:avLst/>
            <a:gdLst/>
            <a:ahLst/>
            <a:cxnLst/>
            <a:rect l="l" t="t" r="r" b="b"/>
            <a:pathLst>
              <a:path w="1864849" h="3195225">
                <a:moveTo>
                  <a:pt x="0" y="0"/>
                </a:moveTo>
                <a:lnTo>
                  <a:pt x="1864850" y="0"/>
                </a:lnTo>
                <a:lnTo>
                  <a:pt x="1864850" y="3195225"/>
                </a:lnTo>
                <a:lnTo>
                  <a:pt x="0" y="3195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891562">
            <a:off x="171874" y="3673643"/>
            <a:ext cx="1713652" cy="3261275"/>
          </a:xfrm>
          <a:custGeom>
            <a:avLst/>
            <a:gdLst/>
            <a:ahLst/>
            <a:cxnLst/>
            <a:rect l="l" t="t" r="r" b="b"/>
            <a:pathLst>
              <a:path w="1713652" h="3261275">
                <a:moveTo>
                  <a:pt x="0" y="0"/>
                </a:moveTo>
                <a:lnTo>
                  <a:pt x="1713652" y="0"/>
                </a:lnTo>
                <a:lnTo>
                  <a:pt x="1713652" y="3261275"/>
                </a:lnTo>
                <a:lnTo>
                  <a:pt x="0" y="326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767621">
            <a:off x="5979882" y="8712120"/>
            <a:ext cx="1348960" cy="1443440"/>
          </a:xfrm>
          <a:custGeom>
            <a:avLst/>
            <a:gdLst/>
            <a:ahLst/>
            <a:cxnLst/>
            <a:rect l="l" t="t" r="r" b="b"/>
            <a:pathLst>
              <a:path w="1348960" h="1443440">
                <a:moveTo>
                  <a:pt x="0" y="0"/>
                </a:moveTo>
                <a:lnTo>
                  <a:pt x="1348960" y="0"/>
                </a:lnTo>
                <a:lnTo>
                  <a:pt x="1348960" y="1443440"/>
                </a:lnTo>
                <a:lnTo>
                  <a:pt x="0" y="14434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87336" y="8002683"/>
            <a:ext cx="3936411" cy="2555088"/>
          </a:xfrm>
          <a:custGeom>
            <a:avLst/>
            <a:gdLst/>
            <a:ahLst/>
            <a:cxnLst/>
            <a:rect l="l" t="t" r="r" b="b"/>
            <a:pathLst>
              <a:path w="3936411" h="2555088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426402">
            <a:off x="-894040" y="7794813"/>
            <a:ext cx="2888339" cy="2594254"/>
          </a:xfrm>
          <a:custGeom>
            <a:avLst/>
            <a:gdLst/>
            <a:ahLst/>
            <a:cxnLst/>
            <a:rect l="l" t="t" r="r" b="b"/>
            <a:pathLst>
              <a:path w="2888339" h="2594254">
                <a:moveTo>
                  <a:pt x="0" y="0"/>
                </a:moveTo>
                <a:lnTo>
                  <a:pt x="2888339" y="0"/>
                </a:lnTo>
                <a:lnTo>
                  <a:pt x="2888339" y="2594254"/>
                </a:lnTo>
                <a:lnTo>
                  <a:pt x="0" y="25942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043741">
            <a:off x="8329315" y="8650200"/>
            <a:ext cx="3360285" cy="2413296"/>
          </a:xfrm>
          <a:custGeom>
            <a:avLst/>
            <a:gdLst/>
            <a:ahLst/>
            <a:cxnLst/>
            <a:rect l="l" t="t" r="r" b="b"/>
            <a:pathLst>
              <a:path w="3360285" h="2413296">
                <a:moveTo>
                  <a:pt x="0" y="0"/>
                </a:moveTo>
                <a:lnTo>
                  <a:pt x="3360285" y="0"/>
                </a:lnTo>
                <a:lnTo>
                  <a:pt x="3360285" y="2413295"/>
                </a:lnTo>
                <a:lnTo>
                  <a:pt x="0" y="241329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929103">
            <a:off x="2472369" y="8651978"/>
            <a:ext cx="2527838" cy="2068231"/>
          </a:xfrm>
          <a:custGeom>
            <a:avLst/>
            <a:gdLst/>
            <a:ahLst/>
            <a:cxnLst/>
            <a:rect l="l" t="t" r="r" b="b"/>
            <a:pathLst>
              <a:path w="2527838" h="2068231">
                <a:moveTo>
                  <a:pt x="0" y="0"/>
                </a:moveTo>
                <a:lnTo>
                  <a:pt x="2527839" y="0"/>
                </a:lnTo>
                <a:lnTo>
                  <a:pt x="2527839" y="2068231"/>
                </a:lnTo>
                <a:lnTo>
                  <a:pt x="0" y="206823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560577" y="8352066"/>
            <a:ext cx="1762476" cy="2370078"/>
          </a:xfrm>
          <a:custGeom>
            <a:avLst/>
            <a:gdLst/>
            <a:ahLst/>
            <a:cxnLst/>
            <a:rect l="l" t="t" r="r" b="b"/>
            <a:pathLst>
              <a:path w="1762476" h="2370078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807361" flipH="1">
            <a:off x="16553163" y="3512862"/>
            <a:ext cx="1713652" cy="3261275"/>
          </a:xfrm>
          <a:custGeom>
            <a:avLst/>
            <a:gdLst/>
            <a:ahLst/>
            <a:cxnLst/>
            <a:rect l="l" t="t" r="r" b="b"/>
            <a:pathLst>
              <a:path w="1713652" h="3261275">
                <a:moveTo>
                  <a:pt x="1713652" y="0"/>
                </a:moveTo>
                <a:lnTo>
                  <a:pt x="0" y="0"/>
                </a:lnTo>
                <a:lnTo>
                  <a:pt x="0" y="3261276"/>
                </a:lnTo>
                <a:lnTo>
                  <a:pt x="1713652" y="3261276"/>
                </a:lnTo>
                <a:lnTo>
                  <a:pt x="171365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217368">
            <a:off x="-981827" y="973876"/>
            <a:ext cx="2689340" cy="1789633"/>
          </a:xfrm>
          <a:custGeom>
            <a:avLst/>
            <a:gdLst/>
            <a:ahLst/>
            <a:cxnLst/>
            <a:rect l="l" t="t" r="r" b="b"/>
            <a:pathLst>
              <a:path w="2689340" h="1789633">
                <a:moveTo>
                  <a:pt x="0" y="0"/>
                </a:moveTo>
                <a:lnTo>
                  <a:pt x="2689340" y="0"/>
                </a:lnTo>
                <a:lnTo>
                  <a:pt x="2689340" y="1789634"/>
                </a:lnTo>
                <a:lnTo>
                  <a:pt x="0" y="178963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187623" y="5540396"/>
            <a:ext cx="10369622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Nombres: Monica Alexandra Diaz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Ana Maria Charry Forero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Luis Eduardo Gasca Bonilla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Seam yong Agudelo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Henderson David Rodriguez Pachecho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0453"/>
            <a:ext cx="11144729" cy="8521518"/>
            <a:chOff x="0" y="0"/>
            <a:chExt cx="2935237" cy="2244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237" cy="2244350"/>
            </a:xfrm>
            <a:custGeom>
              <a:avLst/>
              <a:gdLst/>
              <a:ahLst/>
              <a:cxnLst/>
              <a:rect l="l" t="t" r="r" b="b"/>
              <a:pathLst>
                <a:path w="2935237" h="2244350">
                  <a:moveTo>
                    <a:pt x="9725" y="0"/>
                  </a:moveTo>
                  <a:lnTo>
                    <a:pt x="2925512" y="0"/>
                  </a:lnTo>
                  <a:cubicBezTo>
                    <a:pt x="2930883" y="0"/>
                    <a:pt x="2935237" y="4354"/>
                    <a:pt x="2935237" y="9725"/>
                  </a:cubicBezTo>
                  <a:lnTo>
                    <a:pt x="2935237" y="2234625"/>
                  </a:lnTo>
                  <a:cubicBezTo>
                    <a:pt x="2935237" y="2239996"/>
                    <a:pt x="2930883" y="2244350"/>
                    <a:pt x="2925512" y="2244350"/>
                  </a:cubicBezTo>
                  <a:lnTo>
                    <a:pt x="9725" y="2244350"/>
                  </a:lnTo>
                  <a:cubicBezTo>
                    <a:pt x="4354" y="2244350"/>
                    <a:pt x="0" y="2239996"/>
                    <a:pt x="0" y="2234625"/>
                  </a:cubicBezTo>
                  <a:lnTo>
                    <a:pt x="0" y="9725"/>
                  </a:lnTo>
                  <a:cubicBezTo>
                    <a:pt x="0" y="4354"/>
                    <a:pt x="4354" y="0"/>
                    <a:pt x="9725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935237" cy="2272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74617" y="1739647"/>
            <a:ext cx="9606839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20"/>
              </a:lnSpc>
              <a:spcBef>
                <a:spcPct val="0"/>
              </a:spcBef>
            </a:pPr>
            <a:r>
              <a:rPr lang="en-US" sz="15267" b="1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Problema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8364" y="4054510"/>
            <a:ext cx="7698672" cy="346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5"/>
              </a:lnSpc>
            </a:pPr>
            <a:endParaRPr dirty="0"/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Gestión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manual genera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errores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falta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 control.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se sabe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qué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espacios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están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disponibles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tiempo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real.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Cálculo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manual de </a:t>
            </a:r>
            <a:r>
              <a:rPr lang="en-US" sz="2754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tarifas</a:t>
            </a:r>
            <a:r>
              <a:rPr lang="en-US" sz="275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855"/>
              </a:lnSpc>
            </a:pPr>
            <a:endParaRPr lang="en-US" sz="2754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795223" y="1236387"/>
            <a:ext cx="6752993" cy="8021913"/>
          </a:xfrm>
          <a:custGeom>
            <a:avLst/>
            <a:gdLst/>
            <a:ahLst/>
            <a:cxnLst/>
            <a:rect l="l" t="t" r="r" b="b"/>
            <a:pathLst>
              <a:path w="6752993" h="8021913">
                <a:moveTo>
                  <a:pt x="0" y="0"/>
                </a:moveTo>
                <a:lnTo>
                  <a:pt x="6752992" y="0"/>
                </a:lnTo>
                <a:lnTo>
                  <a:pt x="6752992" y="8021913"/>
                </a:lnTo>
                <a:lnTo>
                  <a:pt x="0" y="80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788096">
            <a:off x="15417288" y="3016004"/>
            <a:ext cx="1147376" cy="1227737"/>
          </a:xfrm>
          <a:custGeom>
            <a:avLst/>
            <a:gdLst/>
            <a:ahLst/>
            <a:cxnLst/>
            <a:rect l="l" t="t" r="r" b="b"/>
            <a:pathLst>
              <a:path w="1147376" h="1227737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4271" y="7956769"/>
            <a:ext cx="2833822" cy="1885779"/>
          </a:xfrm>
          <a:custGeom>
            <a:avLst/>
            <a:gdLst/>
            <a:ahLst/>
            <a:cxnLst/>
            <a:rect l="l" t="t" r="r" b="b"/>
            <a:pathLst>
              <a:path w="2833822" h="1885779">
                <a:moveTo>
                  <a:pt x="0" y="0"/>
                </a:moveTo>
                <a:lnTo>
                  <a:pt x="2833821" y="0"/>
                </a:lnTo>
                <a:lnTo>
                  <a:pt x="2833821" y="1885779"/>
                </a:lnTo>
                <a:lnTo>
                  <a:pt x="0" y="188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0453"/>
            <a:ext cx="11144729" cy="8521518"/>
            <a:chOff x="0" y="0"/>
            <a:chExt cx="2935237" cy="2244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237" cy="2244350"/>
            </a:xfrm>
            <a:custGeom>
              <a:avLst/>
              <a:gdLst/>
              <a:ahLst/>
              <a:cxnLst/>
              <a:rect l="l" t="t" r="r" b="b"/>
              <a:pathLst>
                <a:path w="2935237" h="2244350">
                  <a:moveTo>
                    <a:pt x="9725" y="0"/>
                  </a:moveTo>
                  <a:lnTo>
                    <a:pt x="2925512" y="0"/>
                  </a:lnTo>
                  <a:cubicBezTo>
                    <a:pt x="2930883" y="0"/>
                    <a:pt x="2935237" y="4354"/>
                    <a:pt x="2935237" y="9725"/>
                  </a:cubicBezTo>
                  <a:lnTo>
                    <a:pt x="2935237" y="2234625"/>
                  </a:lnTo>
                  <a:cubicBezTo>
                    <a:pt x="2935237" y="2239996"/>
                    <a:pt x="2930883" y="2244350"/>
                    <a:pt x="2925512" y="2244350"/>
                  </a:cubicBezTo>
                  <a:lnTo>
                    <a:pt x="9725" y="2244350"/>
                  </a:lnTo>
                  <a:cubicBezTo>
                    <a:pt x="4354" y="2244350"/>
                    <a:pt x="0" y="2239996"/>
                    <a:pt x="0" y="2234625"/>
                  </a:cubicBezTo>
                  <a:lnTo>
                    <a:pt x="0" y="9725"/>
                  </a:lnTo>
                  <a:cubicBezTo>
                    <a:pt x="0" y="4354"/>
                    <a:pt x="4354" y="0"/>
                    <a:pt x="9725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935237" cy="2272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74617" y="1739647"/>
            <a:ext cx="9606839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20"/>
              </a:lnSpc>
              <a:spcBef>
                <a:spcPct val="0"/>
              </a:spcBef>
            </a:pPr>
            <a:r>
              <a:rPr lang="en-US" sz="15267" b="1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Solución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8364" y="4054510"/>
            <a:ext cx="7698672" cy="434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5"/>
              </a:lnSpc>
            </a:pPr>
            <a:endParaRPr/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Sistema digital para controlar el parqueadero.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Registro automático de entradas y salidas.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Visualización y gestión en tiempo real.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Cálculo automático de tarifas.</a:t>
            </a:r>
          </a:p>
          <a:p>
            <a:pPr algn="l">
              <a:lnSpc>
                <a:spcPts val="3855"/>
              </a:lnSpc>
            </a:pPr>
            <a:endParaRPr lang="en-US" sz="275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855"/>
              </a:lnSpc>
            </a:pPr>
            <a:endParaRPr lang="en-US" sz="275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795223" y="1236387"/>
            <a:ext cx="6752993" cy="8021913"/>
          </a:xfrm>
          <a:custGeom>
            <a:avLst/>
            <a:gdLst/>
            <a:ahLst/>
            <a:cxnLst/>
            <a:rect l="l" t="t" r="r" b="b"/>
            <a:pathLst>
              <a:path w="6752993" h="8021913">
                <a:moveTo>
                  <a:pt x="0" y="0"/>
                </a:moveTo>
                <a:lnTo>
                  <a:pt x="6752992" y="0"/>
                </a:lnTo>
                <a:lnTo>
                  <a:pt x="6752992" y="8021913"/>
                </a:lnTo>
                <a:lnTo>
                  <a:pt x="0" y="80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788096">
            <a:off x="15417288" y="3016004"/>
            <a:ext cx="1147376" cy="1227737"/>
          </a:xfrm>
          <a:custGeom>
            <a:avLst/>
            <a:gdLst/>
            <a:ahLst/>
            <a:cxnLst/>
            <a:rect l="l" t="t" r="r" b="b"/>
            <a:pathLst>
              <a:path w="1147376" h="1227737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4271" y="7956769"/>
            <a:ext cx="2833822" cy="1885779"/>
          </a:xfrm>
          <a:custGeom>
            <a:avLst/>
            <a:gdLst/>
            <a:ahLst/>
            <a:cxnLst/>
            <a:rect l="l" t="t" r="r" b="b"/>
            <a:pathLst>
              <a:path w="2833822" h="1885779">
                <a:moveTo>
                  <a:pt x="0" y="0"/>
                </a:moveTo>
                <a:lnTo>
                  <a:pt x="2833821" y="0"/>
                </a:lnTo>
                <a:lnTo>
                  <a:pt x="2833821" y="1885779"/>
                </a:lnTo>
                <a:lnTo>
                  <a:pt x="0" y="188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87402" y="2676290"/>
            <a:ext cx="10278295" cy="2545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17"/>
              </a:lnSpc>
            </a:pPr>
            <a:r>
              <a:rPr lang="en-US" sz="10568" b="1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Estructura Técnica</a:t>
            </a:r>
          </a:p>
          <a:p>
            <a:pPr algn="l">
              <a:lnSpc>
                <a:spcPts val="9617"/>
              </a:lnSpc>
            </a:pPr>
            <a:endParaRPr lang="en-US" sz="10568" b="1">
              <a:solidFill>
                <a:srgbClr val="05061C"/>
              </a:solidFill>
              <a:latin typeface="Dumondi Condensed Heavy"/>
              <a:ea typeface="Dumondi Condensed Heavy"/>
              <a:cs typeface="Dumondi Condensed Heavy"/>
              <a:sym typeface="Dumondi Condensed Heavy"/>
            </a:endParaRPr>
          </a:p>
        </p:txBody>
      </p:sp>
      <p:sp>
        <p:nvSpPr>
          <p:cNvPr id="3" name="Freeform 3"/>
          <p:cNvSpPr/>
          <p:nvPr/>
        </p:nvSpPr>
        <p:spPr>
          <a:xfrm rot="1958499">
            <a:off x="1006428" y="3525237"/>
            <a:ext cx="3956755" cy="4890371"/>
          </a:xfrm>
          <a:custGeom>
            <a:avLst/>
            <a:gdLst/>
            <a:ahLst/>
            <a:cxnLst/>
            <a:rect l="l" t="t" r="r" b="b"/>
            <a:pathLst>
              <a:path w="3956755" h="4890371">
                <a:moveTo>
                  <a:pt x="0" y="0"/>
                </a:moveTo>
                <a:lnTo>
                  <a:pt x="3956755" y="0"/>
                </a:lnTo>
                <a:lnTo>
                  <a:pt x="3956755" y="4890372"/>
                </a:lnTo>
                <a:lnTo>
                  <a:pt x="0" y="4890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88341">
            <a:off x="-399277" y="350010"/>
            <a:ext cx="3492799" cy="2730734"/>
          </a:xfrm>
          <a:custGeom>
            <a:avLst/>
            <a:gdLst/>
            <a:ahLst/>
            <a:cxnLst/>
            <a:rect l="l" t="t" r="r" b="b"/>
            <a:pathLst>
              <a:path w="3492799" h="2730734">
                <a:moveTo>
                  <a:pt x="0" y="0"/>
                </a:moveTo>
                <a:lnTo>
                  <a:pt x="3492799" y="0"/>
                </a:lnTo>
                <a:lnTo>
                  <a:pt x="3492799" y="2730733"/>
                </a:lnTo>
                <a:lnTo>
                  <a:pt x="0" y="2730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40784">
            <a:off x="4001572" y="7916802"/>
            <a:ext cx="3735816" cy="2682995"/>
          </a:xfrm>
          <a:custGeom>
            <a:avLst/>
            <a:gdLst/>
            <a:ahLst/>
            <a:cxnLst/>
            <a:rect l="l" t="t" r="r" b="b"/>
            <a:pathLst>
              <a:path w="3735816" h="2682995">
                <a:moveTo>
                  <a:pt x="0" y="0"/>
                </a:moveTo>
                <a:lnTo>
                  <a:pt x="3735817" y="0"/>
                </a:lnTo>
                <a:lnTo>
                  <a:pt x="3735817" y="2682996"/>
                </a:lnTo>
                <a:lnTo>
                  <a:pt x="0" y="268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966258" flipH="1">
            <a:off x="4025788" y="1344110"/>
            <a:ext cx="3224293" cy="2092859"/>
          </a:xfrm>
          <a:custGeom>
            <a:avLst/>
            <a:gdLst/>
            <a:ahLst/>
            <a:cxnLst/>
            <a:rect l="l" t="t" r="r" b="b"/>
            <a:pathLst>
              <a:path w="3224293" h="2092859">
                <a:moveTo>
                  <a:pt x="3224293" y="0"/>
                </a:moveTo>
                <a:lnTo>
                  <a:pt x="0" y="0"/>
                </a:lnTo>
                <a:lnTo>
                  <a:pt x="0" y="2092860"/>
                </a:lnTo>
                <a:lnTo>
                  <a:pt x="3224293" y="2092860"/>
                </a:lnTo>
                <a:lnTo>
                  <a:pt x="32242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74989" y="8731518"/>
            <a:ext cx="2172846" cy="2280659"/>
          </a:xfrm>
          <a:custGeom>
            <a:avLst/>
            <a:gdLst/>
            <a:ahLst/>
            <a:cxnLst/>
            <a:rect l="l" t="t" r="r" b="b"/>
            <a:pathLst>
              <a:path w="2172846" h="2280659">
                <a:moveTo>
                  <a:pt x="0" y="0"/>
                </a:moveTo>
                <a:lnTo>
                  <a:pt x="2172846" y="0"/>
                </a:lnTo>
                <a:lnTo>
                  <a:pt x="2172846" y="2280659"/>
                </a:lnTo>
                <a:lnTo>
                  <a:pt x="0" y="22806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01975" y="4614115"/>
            <a:ext cx="10547628" cy="286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6554" lvl="1" indent="-443277" algn="l">
              <a:lnSpc>
                <a:spcPts val="5748"/>
              </a:lnSpc>
              <a:buFont typeface="Arial"/>
              <a:buChar char="•"/>
            </a:pPr>
            <a:r>
              <a:rPr lang="en-US" sz="4106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Backend: Java, Spring Boot, PostgreSQL.</a:t>
            </a:r>
          </a:p>
          <a:p>
            <a:pPr marL="886554" lvl="1" indent="-443277" algn="l">
              <a:lnSpc>
                <a:spcPts val="5748"/>
              </a:lnSpc>
              <a:buFont typeface="Arial"/>
              <a:buChar char="•"/>
            </a:pPr>
            <a:r>
              <a:rPr lang="en-US" sz="4106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Frontend: React, Ionic, Axios.</a:t>
            </a:r>
          </a:p>
          <a:p>
            <a:pPr marL="886554" lvl="1" indent="-443277" algn="l">
              <a:lnSpc>
                <a:spcPts val="5748"/>
              </a:lnSpc>
              <a:buFont typeface="Arial"/>
              <a:buChar char="•"/>
            </a:pPr>
            <a:r>
              <a:rPr lang="en-US" sz="4106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API REST con validaciones y CORS.</a:t>
            </a:r>
          </a:p>
          <a:p>
            <a:pPr algn="ctr">
              <a:lnSpc>
                <a:spcPts val="5748"/>
              </a:lnSpc>
            </a:pPr>
            <a:endParaRPr lang="en-US" sz="4106">
              <a:solidFill>
                <a:srgbClr val="05061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8547" y="2650360"/>
            <a:ext cx="16690753" cy="1416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432"/>
              </a:lnSpc>
            </a:pPr>
            <a:r>
              <a:rPr lang="en-US" sz="11464" b="1">
                <a:solidFill>
                  <a:srgbClr val="FEFEFE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HERRAMIENTAS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66414" y="5600203"/>
            <a:ext cx="12377400" cy="410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5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2833107" y="8297361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06304" y="-200615"/>
            <a:ext cx="3244749" cy="2289023"/>
          </a:xfrm>
          <a:custGeom>
            <a:avLst/>
            <a:gdLst/>
            <a:ahLst/>
            <a:cxnLst/>
            <a:rect l="l" t="t" r="r" b="b"/>
            <a:pathLst>
              <a:path w="3244749" h="2289023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484404">
            <a:off x="16113049" y="-652339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1895" y="-133738"/>
            <a:ext cx="1762476" cy="2370078"/>
          </a:xfrm>
          <a:custGeom>
            <a:avLst/>
            <a:gdLst/>
            <a:ahLst/>
            <a:cxnLst/>
            <a:rect l="l" t="t" r="r" b="b"/>
            <a:pathLst>
              <a:path w="1762476" h="2370078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599664">
            <a:off x="5888814" y="-1386482"/>
            <a:ext cx="2604665" cy="3354954"/>
          </a:xfrm>
          <a:custGeom>
            <a:avLst/>
            <a:gdLst/>
            <a:ahLst/>
            <a:cxnLst/>
            <a:rect l="l" t="t" r="r" b="b"/>
            <a:pathLst>
              <a:path w="2604665" h="3354954">
                <a:moveTo>
                  <a:pt x="0" y="0"/>
                </a:moveTo>
                <a:lnTo>
                  <a:pt x="2604665" y="0"/>
                </a:lnTo>
                <a:lnTo>
                  <a:pt x="2604665" y="3354955"/>
                </a:lnTo>
                <a:lnTo>
                  <a:pt x="0" y="33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35954">
            <a:off x="12915840" y="-1557050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791596">
            <a:off x="584944" y="7209817"/>
            <a:ext cx="1784158" cy="3395457"/>
          </a:xfrm>
          <a:custGeom>
            <a:avLst/>
            <a:gdLst/>
            <a:ahLst/>
            <a:cxnLst/>
            <a:rect l="l" t="t" r="r" b="b"/>
            <a:pathLst>
              <a:path w="1784158" h="3395457">
                <a:moveTo>
                  <a:pt x="0" y="0"/>
                </a:moveTo>
                <a:lnTo>
                  <a:pt x="1784159" y="0"/>
                </a:lnTo>
                <a:lnTo>
                  <a:pt x="1784159" y="3395457"/>
                </a:lnTo>
                <a:lnTo>
                  <a:pt x="0" y="33954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767621">
            <a:off x="10150362" y="8548225"/>
            <a:ext cx="1432877" cy="1533234"/>
          </a:xfrm>
          <a:custGeom>
            <a:avLst/>
            <a:gdLst/>
            <a:ahLst/>
            <a:cxnLst/>
            <a:rect l="l" t="t" r="r" b="b"/>
            <a:pathLst>
              <a:path w="1432877" h="1533234">
                <a:moveTo>
                  <a:pt x="0" y="0"/>
                </a:moveTo>
                <a:lnTo>
                  <a:pt x="1432877" y="0"/>
                </a:lnTo>
                <a:lnTo>
                  <a:pt x="1432877" y="1533234"/>
                </a:lnTo>
                <a:lnTo>
                  <a:pt x="0" y="1533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443815" y="8001312"/>
            <a:ext cx="3936411" cy="2555088"/>
          </a:xfrm>
          <a:custGeom>
            <a:avLst/>
            <a:gdLst/>
            <a:ahLst/>
            <a:cxnLst/>
            <a:rect l="l" t="t" r="r" b="b"/>
            <a:pathLst>
              <a:path w="3936411" h="2555088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84550" y="-133738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200210">
            <a:off x="12528147" y="8574041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8"/>
                </a:lnTo>
                <a:lnTo>
                  <a:pt x="0" y="3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3484404">
            <a:off x="6584638" y="8192544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828678" y="4447678"/>
            <a:ext cx="9727249" cy="360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300" lvl="1" indent="-441150" algn="l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Java, Spring Boot, Maven, Flyway</a:t>
            </a:r>
          </a:p>
          <a:p>
            <a:pPr marL="882300" lvl="1" indent="-441150" algn="l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PostgreSQL</a:t>
            </a:r>
          </a:p>
          <a:p>
            <a:pPr marL="882300" lvl="1" indent="-441150" algn="l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React, Ionic, TypeScript</a:t>
            </a:r>
          </a:p>
          <a:p>
            <a:pPr marL="882300" lvl="1" indent="-441150" algn="l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Git, Axios</a:t>
            </a:r>
          </a:p>
          <a:p>
            <a:pPr algn="l">
              <a:lnSpc>
                <a:spcPts val="5721"/>
              </a:lnSpc>
            </a:pPr>
            <a:endParaRPr lang="en-US" sz="4086">
              <a:solidFill>
                <a:srgbClr val="FEFEF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031" y="620301"/>
            <a:ext cx="12697248" cy="8637999"/>
            <a:chOff x="0" y="0"/>
            <a:chExt cx="3344131" cy="22750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4131" cy="2275028"/>
            </a:xfrm>
            <a:custGeom>
              <a:avLst/>
              <a:gdLst/>
              <a:ahLst/>
              <a:cxnLst/>
              <a:rect l="l" t="t" r="r" b="b"/>
              <a:pathLst>
                <a:path w="3344131" h="2275028">
                  <a:moveTo>
                    <a:pt x="8536" y="0"/>
                  </a:moveTo>
                  <a:lnTo>
                    <a:pt x="3335595" y="0"/>
                  </a:lnTo>
                  <a:cubicBezTo>
                    <a:pt x="3340309" y="0"/>
                    <a:pt x="3344131" y="3822"/>
                    <a:pt x="3344131" y="8536"/>
                  </a:cubicBezTo>
                  <a:lnTo>
                    <a:pt x="3344131" y="2266492"/>
                  </a:lnTo>
                  <a:cubicBezTo>
                    <a:pt x="3344131" y="2271207"/>
                    <a:pt x="3340309" y="2275028"/>
                    <a:pt x="3335595" y="2275028"/>
                  </a:cubicBezTo>
                  <a:lnTo>
                    <a:pt x="8536" y="2275028"/>
                  </a:lnTo>
                  <a:cubicBezTo>
                    <a:pt x="3822" y="2275028"/>
                    <a:pt x="0" y="2271207"/>
                    <a:pt x="0" y="2266492"/>
                  </a:cubicBezTo>
                  <a:lnTo>
                    <a:pt x="0" y="8536"/>
                  </a:lnTo>
                  <a:cubicBezTo>
                    <a:pt x="0" y="3822"/>
                    <a:pt x="3822" y="0"/>
                    <a:pt x="8536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344131" cy="2303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7645" y="2307158"/>
            <a:ext cx="9606839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20"/>
              </a:lnSpc>
              <a:spcBef>
                <a:spcPct val="0"/>
              </a:spcBef>
            </a:pPr>
            <a:r>
              <a:rPr lang="en-US" sz="15267" b="1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Backlog</a:t>
            </a:r>
          </a:p>
        </p:txBody>
      </p:sp>
      <p:sp>
        <p:nvSpPr>
          <p:cNvPr id="6" name="Freeform 6"/>
          <p:cNvSpPr/>
          <p:nvPr/>
        </p:nvSpPr>
        <p:spPr>
          <a:xfrm>
            <a:off x="11203982" y="620301"/>
            <a:ext cx="6752993" cy="8021913"/>
          </a:xfrm>
          <a:custGeom>
            <a:avLst/>
            <a:gdLst/>
            <a:ahLst/>
            <a:cxnLst/>
            <a:rect l="l" t="t" r="r" b="b"/>
            <a:pathLst>
              <a:path w="6752993" h="8021913">
                <a:moveTo>
                  <a:pt x="0" y="0"/>
                </a:moveTo>
                <a:lnTo>
                  <a:pt x="6752992" y="0"/>
                </a:lnTo>
                <a:lnTo>
                  <a:pt x="6752992" y="8021914"/>
                </a:lnTo>
                <a:lnTo>
                  <a:pt x="0" y="8021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788096">
            <a:off x="15417288" y="3016004"/>
            <a:ext cx="1147376" cy="1227737"/>
          </a:xfrm>
          <a:custGeom>
            <a:avLst/>
            <a:gdLst/>
            <a:ahLst/>
            <a:cxnLst/>
            <a:rect l="l" t="t" r="r" b="b"/>
            <a:pathLst>
              <a:path w="1147376" h="1227737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4271" y="7956769"/>
            <a:ext cx="2833822" cy="1885779"/>
          </a:xfrm>
          <a:custGeom>
            <a:avLst/>
            <a:gdLst/>
            <a:ahLst/>
            <a:cxnLst/>
            <a:rect l="l" t="t" r="r" b="b"/>
            <a:pathLst>
              <a:path w="2833822" h="1885779">
                <a:moveTo>
                  <a:pt x="0" y="0"/>
                </a:moveTo>
                <a:lnTo>
                  <a:pt x="2833821" y="0"/>
                </a:lnTo>
                <a:lnTo>
                  <a:pt x="2833821" y="1885779"/>
                </a:lnTo>
                <a:lnTo>
                  <a:pt x="0" y="188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9316722"/>
            <a:ext cx="1114472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Agregar un subtítulo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5031" y="4670413"/>
            <a:ext cx="11772066" cy="262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🚗 Registrar entrada: Guardar placa y hora de ingreso</a:t>
            </a:r>
          </a:p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🔓 Registrar salida: Calcular y registrar hora de salida y pago</a:t>
            </a:r>
          </a:p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👀 Visualizar espacios: Mostrar estado disponible u ocupado en tiempo real</a:t>
            </a:r>
          </a:p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⚙️ Gestionar tarifas: Configurar tarifas por tipo de vehículo y tiempo</a:t>
            </a:r>
          </a:p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🆓 Liberar espacios: Actualizar automáticamente al registrar salida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55984" y="4256800"/>
            <a:ext cx="1010055" cy="1010055"/>
          </a:xfrm>
          <a:custGeom>
            <a:avLst/>
            <a:gdLst/>
            <a:ahLst/>
            <a:cxnLst/>
            <a:rect l="l" t="t" r="r" b="b"/>
            <a:pathLst>
              <a:path w="1010055" h="1010055">
                <a:moveTo>
                  <a:pt x="0" y="0"/>
                </a:moveTo>
                <a:lnTo>
                  <a:pt x="1010055" y="0"/>
                </a:lnTo>
                <a:lnTo>
                  <a:pt x="1010055" y="1010055"/>
                </a:lnTo>
                <a:lnTo>
                  <a:pt x="0" y="1010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64874" y="4330281"/>
            <a:ext cx="811132" cy="811132"/>
          </a:xfrm>
          <a:custGeom>
            <a:avLst/>
            <a:gdLst/>
            <a:ahLst/>
            <a:cxnLst/>
            <a:rect l="l" t="t" r="r" b="b"/>
            <a:pathLst>
              <a:path w="811132" h="811132">
                <a:moveTo>
                  <a:pt x="0" y="0"/>
                </a:moveTo>
                <a:lnTo>
                  <a:pt x="811132" y="0"/>
                </a:lnTo>
                <a:lnTo>
                  <a:pt x="811132" y="811132"/>
                </a:lnTo>
                <a:lnTo>
                  <a:pt x="0" y="811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49051" y="124150"/>
            <a:ext cx="16789511" cy="206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312"/>
              </a:lnSpc>
              <a:spcBef>
                <a:spcPct val="0"/>
              </a:spcBef>
            </a:pPr>
            <a:r>
              <a:rPr lang="en-US" sz="13593" b="1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Prototipo</a:t>
            </a:r>
          </a:p>
        </p:txBody>
      </p:sp>
      <p:sp>
        <p:nvSpPr>
          <p:cNvPr id="5" name="Freeform 5"/>
          <p:cNvSpPr/>
          <p:nvPr/>
        </p:nvSpPr>
        <p:spPr>
          <a:xfrm>
            <a:off x="-559728" y="1028700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817732">
            <a:off x="1736512" y="-1429805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3" y="0"/>
                </a:lnTo>
                <a:lnTo>
                  <a:pt x="2056723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080135">
            <a:off x="17023975" y="-289393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493191">
            <a:off x="13972633" y="-1211555"/>
            <a:ext cx="1784158" cy="3395457"/>
          </a:xfrm>
          <a:custGeom>
            <a:avLst/>
            <a:gdLst/>
            <a:ahLst/>
            <a:cxnLst/>
            <a:rect l="l" t="t" r="r" b="b"/>
            <a:pathLst>
              <a:path w="1784158" h="3395457">
                <a:moveTo>
                  <a:pt x="0" y="0"/>
                </a:moveTo>
                <a:lnTo>
                  <a:pt x="1784159" y="0"/>
                </a:lnTo>
                <a:lnTo>
                  <a:pt x="1784159" y="3395456"/>
                </a:lnTo>
                <a:lnTo>
                  <a:pt x="0" y="33954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806546" y="2785539"/>
            <a:ext cx="2609058" cy="5815373"/>
          </a:xfrm>
          <a:custGeom>
            <a:avLst/>
            <a:gdLst/>
            <a:ahLst/>
            <a:cxnLst/>
            <a:rect l="l" t="t" r="r" b="b"/>
            <a:pathLst>
              <a:path w="2609058" h="5815373">
                <a:moveTo>
                  <a:pt x="0" y="0"/>
                </a:moveTo>
                <a:lnTo>
                  <a:pt x="2609059" y="0"/>
                </a:lnTo>
                <a:lnTo>
                  <a:pt x="2609059" y="5815373"/>
                </a:lnTo>
                <a:lnTo>
                  <a:pt x="0" y="581537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r="-530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689438" y="2785539"/>
            <a:ext cx="2727682" cy="5869696"/>
          </a:xfrm>
          <a:custGeom>
            <a:avLst/>
            <a:gdLst/>
            <a:ahLst/>
            <a:cxnLst/>
            <a:rect l="l" t="t" r="r" b="b"/>
            <a:pathLst>
              <a:path w="2727682" h="5869696">
                <a:moveTo>
                  <a:pt x="0" y="0"/>
                </a:moveTo>
                <a:lnTo>
                  <a:pt x="2727683" y="0"/>
                </a:lnTo>
                <a:lnTo>
                  <a:pt x="2727683" y="5869696"/>
                </a:lnTo>
                <a:lnTo>
                  <a:pt x="0" y="586969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04701" y="2785539"/>
            <a:ext cx="2665024" cy="5815373"/>
          </a:xfrm>
          <a:custGeom>
            <a:avLst/>
            <a:gdLst/>
            <a:ahLst/>
            <a:cxnLst/>
            <a:rect l="l" t="t" r="r" b="b"/>
            <a:pathLst>
              <a:path w="2665024" h="5815373">
                <a:moveTo>
                  <a:pt x="0" y="0"/>
                </a:moveTo>
                <a:lnTo>
                  <a:pt x="2665025" y="0"/>
                </a:lnTo>
                <a:lnTo>
                  <a:pt x="2665025" y="5815373"/>
                </a:lnTo>
                <a:lnTo>
                  <a:pt x="0" y="581537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466684" y="2785539"/>
            <a:ext cx="2651126" cy="5815373"/>
          </a:xfrm>
          <a:custGeom>
            <a:avLst/>
            <a:gdLst/>
            <a:ahLst/>
            <a:cxnLst/>
            <a:rect l="l" t="t" r="r" b="b"/>
            <a:pathLst>
              <a:path w="2651126" h="5815373">
                <a:moveTo>
                  <a:pt x="0" y="0"/>
                </a:moveTo>
                <a:lnTo>
                  <a:pt x="2651126" y="0"/>
                </a:lnTo>
                <a:lnTo>
                  <a:pt x="2651126" y="5815373"/>
                </a:lnTo>
                <a:lnTo>
                  <a:pt x="0" y="581537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435556" y="9057133"/>
            <a:ext cx="3235447" cy="5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1"/>
              </a:lnSpc>
            </a:pPr>
            <a:r>
              <a:rPr lang="en-US" sz="4199" b="1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Nuevo ingreso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5806" y="9057133"/>
            <a:ext cx="3142815" cy="5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1"/>
              </a:lnSpc>
            </a:pPr>
            <a:r>
              <a:rPr lang="en-US" sz="4199" b="1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Configurar tarifa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20840" y="9057133"/>
            <a:ext cx="3142815" cy="5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1"/>
              </a:lnSpc>
            </a:pPr>
            <a:r>
              <a:rPr lang="en-US" sz="4199" b="1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Retirar vehiculo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3352" y="9057133"/>
            <a:ext cx="3235447" cy="5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1"/>
              </a:lnSpc>
            </a:pPr>
            <a:r>
              <a:rPr lang="en-US" sz="4199" b="1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Visualizar espacios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2868" y="2699985"/>
            <a:ext cx="9543523" cy="138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92"/>
              </a:lnSpc>
            </a:pPr>
            <a:r>
              <a:rPr lang="en-US" sz="10286" b="1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Conclusión</a:t>
            </a:r>
          </a:p>
        </p:txBody>
      </p:sp>
      <p:sp>
        <p:nvSpPr>
          <p:cNvPr id="3" name="Freeform 3"/>
          <p:cNvSpPr/>
          <p:nvPr/>
        </p:nvSpPr>
        <p:spPr>
          <a:xfrm>
            <a:off x="10564217" y="1901712"/>
            <a:ext cx="6968695" cy="7356588"/>
          </a:xfrm>
          <a:custGeom>
            <a:avLst/>
            <a:gdLst/>
            <a:ahLst/>
            <a:cxnLst/>
            <a:rect l="l" t="t" r="r" b="b"/>
            <a:pathLst>
              <a:path w="6968695" h="7356588">
                <a:moveTo>
                  <a:pt x="0" y="0"/>
                </a:moveTo>
                <a:lnTo>
                  <a:pt x="6968695" y="0"/>
                </a:lnTo>
                <a:lnTo>
                  <a:pt x="6968695" y="7356588"/>
                </a:lnTo>
                <a:lnTo>
                  <a:pt x="0" y="7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394870">
            <a:off x="15743648" y="1086913"/>
            <a:ext cx="2223657" cy="2864195"/>
          </a:xfrm>
          <a:custGeom>
            <a:avLst/>
            <a:gdLst/>
            <a:ahLst/>
            <a:cxnLst/>
            <a:rect l="l" t="t" r="r" b="b"/>
            <a:pathLst>
              <a:path w="2223657" h="2864195">
                <a:moveTo>
                  <a:pt x="0" y="0"/>
                </a:moveTo>
                <a:lnTo>
                  <a:pt x="2223657" y="0"/>
                </a:lnTo>
                <a:lnTo>
                  <a:pt x="2223657" y="2864195"/>
                </a:lnTo>
                <a:lnTo>
                  <a:pt x="0" y="286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50431" y="5969295"/>
            <a:ext cx="2796267" cy="1860789"/>
          </a:xfrm>
          <a:custGeom>
            <a:avLst/>
            <a:gdLst/>
            <a:ahLst/>
            <a:cxnLst/>
            <a:rect l="l" t="t" r="r" b="b"/>
            <a:pathLst>
              <a:path w="2796267" h="1860789">
                <a:moveTo>
                  <a:pt x="0" y="0"/>
                </a:moveTo>
                <a:lnTo>
                  <a:pt x="2796267" y="0"/>
                </a:lnTo>
                <a:lnTo>
                  <a:pt x="2796267" y="1860789"/>
                </a:lnTo>
                <a:lnTo>
                  <a:pt x="0" y="1860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278769">
            <a:off x="10196562" y="1237109"/>
            <a:ext cx="2379060" cy="1946503"/>
          </a:xfrm>
          <a:custGeom>
            <a:avLst/>
            <a:gdLst/>
            <a:ahLst/>
            <a:cxnLst/>
            <a:rect l="l" t="t" r="r" b="b"/>
            <a:pathLst>
              <a:path w="2379060" h="1946503">
                <a:moveTo>
                  <a:pt x="0" y="0"/>
                </a:moveTo>
                <a:lnTo>
                  <a:pt x="2379060" y="0"/>
                </a:lnTo>
                <a:lnTo>
                  <a:pt x="2379060" y="1946504"/>
                </a:lnTo>
                <a:lnTo>
                  <a:pt x="0" y="1946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30633" y="5076825"/>
            <a:ext cx="8410218" cy="241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524" lvl="1" indent="-373762" algn="ctr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Automatiza gestión y reduce errores.</a:t>
            </a:r>
          </a:p>
          <a:p>
            <a:pPr marL="747524" lvl="1" indent="-373762" algn="ctr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Control en tiempo real y fácil de usar.</a:t>
            </a:r>
          </a:p>
          <a:p>
            <a:pPr marL="747524" lvl="1" indent="-373762" algn="ctr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Ideal para pequeños parqueaderos.</a:t>
            </a:r>
          </a:p>
          <a:p>
            <a:pPr algn="ctr">
              <a:lnSpc>
                <a:spcPts val="4847"/>
              </a:lnSpc>
            </a:pPr>
            <a:endParaRPr lang="en-US" sz="3462">
              <a:solidFill>
                <a:srgbClr val="05061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6267" y="4085443"/>
            <a:ext cx="16635465" cy="247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27"/>
              </a:lnSpc>
            </a:pPr>
            <a:r>
              <a:rPr lang="en-US" sz="19920" b="1">
                <a:solidFill>
                  <a:srgbClr val="FEFEFE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MUCHAS GRACIAS</a:t>
            </a:r>
          </a:p>
        </p:txBody>
      </p:sp>
      <p:sp>
        <p:nvSpPr>
          <p:cNvPr id="3" name="Freeform 3"/>
          <p:cNvSpPr/>
          <p:nvPr/>
        </p:nvSpPr>
        <p:spPr>
          <a:xfrm>
            <a:off x="2833107" y="8297361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06304" y="-200615"/>
            <a:ext cx="3244749" cy="2289023"/>
          </a:xfrm>
          <a:custGeom>
            <a:avLst/>
            <a:gdLst/>
            <a:ahLst/>
            <a:cxnLst/>
            <a:rect l="l" t="t" r="r" b="b"/>
            <a:pathLst>
              <a:path w="3244749" h="2289023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484404">
            <a:off x="16113049" y="-652339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1895" y="-133738"/>
            <a:ext cx="1762476" cy="2370078"/>
          </a:xfrm>
          <a:custGeom>
            <a:avLst/>
            <a:gdLst/>
            <a:ahLst/>
            <a:cxnLst/>
            <a:rect l="l" t="t" r="r" b="b"/>
            <a:pathLst>
              <a:path w="1762476" h="2370078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599664">
            <a:off x="5888814" y="-1386482"/>
            <a:ext cx="2604665" cy="3354954"/>
          </a:xfrm>
          <a:custGeom>
            <a:avLst/>
            <a:gdLst/>
            <a:ahLst/>
            <a:cxnLst/>
            <a:rect l="l" t="t" r="r" b="b"/>
            <a:pathLst>
              <a:path w="2604665" h="3354954">
                <a:moveTo>
                  <a:pt x="0" y="0"/>
                </a:moveTo>
                <a:lnTo>
                  <a:pt x="2604665" y="0"/>
                </a:lnTo>
                <a:lnTo>
                  <a:pt x="2604665" y="3354955"/>
                </a:lnTo>
                <a:lnTo>
                  <a:pt x="0" y="33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035954">
            <a:off x="12915840" y="-1557050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791596">
            <a:off x="584944" y="7209817"/>
            <a:ext cx="1784158" cy="3395457"/>
          </a:xfrm>
          <a:custGeom>
            <a:avLst/>
            <a:gdLst/>
            <a:ahLst/>
            <a:cxnLst/>
            <a:rect l="l" t="t" r="r" b="b"/>
            <a:pathLst>
              <a:path w="1784158" h="3395457">
                <a:moveTo>
                  <a:pt x="0" y="0"/>
                </a:moveTo>
                <a:lnTo>
                  <a:pt x="1784159" y="0"/>
                </a:lnTo>
                <a:lnTo>
                  <a:pt x="1784159" y="3395457"/>
                </a:lnTo>
                <a:lnTo>
                  <a:pt x="0" y="33954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767621">
            <a:off x="10150362" y="8548225"/>
            <a:ext cx="1432877" cy="1533234"/>
          </a:xfrm>
          <a:custGeom>
            <a:avLst/>
            <a:gdLst/>
            <a:ahLst/>
            <a:cxnLst/>
            <a:rect l="l" t="t" r="r" b="b"/>
            <a:pathLst>
              <a:path w="1432877" h="1533234">
                <a:moveTo>
                  <a:pt x="0" y="0"/>
                </a:moveTo>
                <a:lnTo>
                  <a:pt x="1432877" y="0"/>
                </a:lnTo>
                <a:lnTo>
                  <a:pt x="1432877" y="1533234"/>
                </a:lnTo>
                <a:lnTo>
                  <a:pt x="0" y="1533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443815" y="8001312"/>
            <a:ext cx="3936411" cy="2555088"/>
          </a:xfrm>
          <a:custGeom>
            <a:avLst/>
            <a:gdLst/>
            <a:ahLst/>
            <a:cxnLst/>
            <a:rect l="l" t="t" r="r" b="b"/>
            <a:pathLst>
              <a:path w="3936411" h="2555088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384550" y="-133738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200210">
            <a:off x="12528147" y="8574041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8"/>
                </a:lnTo>
                <a:lnTo>
                  <a:pt x="0" y="3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3484404">
            <a:off x="6584638" y="8192544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</Words>
  <Application>Microsoft Office PowerPoint</Application>
  <PresentationFormat>Personalizado</PresentationFormat>
  <Paragraphs>43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Dumondi Condensed Heavy</vt:lpstr>
      <vt:lpstr>Canva Sans</vt:lpstr>
      <vt:lpstr>Open Sans Bold</vt:lpstr>
      <vt:lpstr>Dumondi Condensed Bold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Diapositivas Tecnología y Digitalización Ilustrado Azul y Morado</dc:title>
  <cp:lastModifiedBy>monica alexandra diaz tovar</cp:lastModifiedBy>
  <cp:revision>2</cp:revision>
  <dcterms:created xsi:type="dcterms:W3CDTF">2006-08-16T00:00:00Z</dcterms:created>
  <dcterms:modified xsi:type="dcterms:W3CDTF">2025-05-27T12:51:08Z</dcterms:modified>
  <dc:identifier>DAGn2D4LfbM</dc:identifier>
</cp:coreProperties>
</file>